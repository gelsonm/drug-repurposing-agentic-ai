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371600"/>
            <a:ext cx="5029200" cy="5029200"/>
          </a:xfrm>
          <a:prstGeom prst="ellipse">
            <a:avLst/>
          </a:prstGeom>
          <a:solidFill>
            <a:srgbClr val="0F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011680"/>
            <a:ext cx="3200400" cy="3200400"/>
          </a:xfrm>
          <a:prstGeom prst="ellipse">
            <a:avLst/>
          </a:prstGeom>
          <a:solidFill>
            <a:srgbClr val="1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2743200"/>
            <a:ext cx="1828800" cy="1828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🔬  IQVIA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Drug Repurposing
with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A multi-agent AI pipeline that discovers cancer repurposing
candidates in under 5 minutes across 5 biomedical databases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212080"/>
            <a:ext cx="4114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CrewAI  ·  Groq Llama 3.3 70B  ·  ChromaDB  ·  Hetionet  ·  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Drug Development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28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291840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  <a:latin typeface="Calibri"/>
              </a:rPr>
              <a:t>$2.6B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Average cost per
approved drug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291840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2918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366F1"/>
                </a:solidFill>
                <a:latin typeface="Calibri"/>
              </a:rPr>
              <a:t>10–15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97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From discovery
to FDA approval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1554480"/>
            <a:ext cx="3291840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554480"/>
            <a:ext cx="3291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28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F4444"/>
                </a:solidFill>
                <a:latin typeface="Calibri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97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Clinical trial
failure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10881360" cy="23774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64008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💡  The Opportunity: Drug Repurposing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Approved drugs already have established safety, known pharmacokinetics, and existing manufacturing. Repurposing them for new indications can skip Phase I trials, reducing development time from 12 years to 3–5 years. The bottleneck is human expert capacity to synthesize evidence across thousands of databases and papers — a task perfectly suited for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Agentic AI for Cancer Drug Repurposing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What it does: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🧬  Analyzes approved non-oncology drugs for cancer 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🔗  Traverses Hetionet knowledge graph for mechanistic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📚  Searches 35M+ PubMed papers with RAG (real-time)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🏥  Analyzes ClinicalTrials.gov and FDA FAERS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📊  Produces ranked, evidence-backed repurposing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⚡  Complete analysis in &lt; 5 minutes vs. 3–6 months manual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5212080" cy="50292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🎯  Focus: Non-Oncology → Cancer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65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💊 Metformin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Diabetes → Colorectal / Pancreatic Cancer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💊 Aspirin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Pain → Colorectal Cancer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971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💊 Atorvastatin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71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Cholesterol → Pancreatic / Breast Cancer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74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💊 Itraconazole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Antifungal → NSCLC / Basal Cell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776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💊 Doxycycline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7763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Antibiotic → Glioblastoma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480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💊 Rapamycin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80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Immunosuppressant → Multiple Myeloma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💊 Hydroxychloroquine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983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Malaria → Various Cancers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486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💊 Thalidomide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486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Nausea → Multiple Myeloma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5-Agent Sequential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417320"/>
            <a:ext cx="32004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42A"/>
                </a:solidFill>
                <a:latin typeface="Calibri"/>
              </a:rPr>
              <a:t>User Query  (drug + cancer type)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965960"/>
            <a:ext cx="109728" cy="274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881360" cy="749808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73152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🧬  Molecular Mechanism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0B981"/>
                </a:solidFill>
                <a:latin typeface="Calibri"/>
              </a:rPr>
              <a:t>ChEMBL · UniProt · Hetionet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Step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752516910000"/>
            <a:ext cx="10881360" cy="749808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752516910000"/>
            <a:ext cx="73152" cy="7498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752516983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📚  Literature Intelligence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752516983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366F1"/>
                </a:solidFill>
                <a:latin typeface="Calibri"/>
              </a:rPr>
              <a:t>PubMed Search + ChromaDB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7525173489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Step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505031534000"/>
            <a:ext cx="10881360" cy="749808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1505031534000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1505031607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🏥  Clinical Signal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05031607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9E0B"/>
                </a:solidFill>
                <a:latin typeface="Calibri"/>
              </a:rPr>
              <a:t>ClinicalTrials.gov + OpenFDA FAERS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5050319729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257546158000"/>
            <a:ext cx="10881360" cy="749808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257546158000"/>
            <a:ext cx="73152" cy="7498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257546231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 Scoring &amp; Ranking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57546231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2D3EE"/>
                </a:solidFill>
                <a:latin typeface="Calibri"/>
              </a:rPr>
              <a:t>Composite multi-factor scoring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2575465969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010060782000"/>
            <a:ext cx="10881360" cy="749808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010060782000"/>
            <a:ext cx="73152" cy="749808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010060855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 Brief Generation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010060855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C4E99"/>
                </a:solidFill>
                <a:latin typeface="Calibri"/>
              </a:rPr>
              <a:t>LLM executive summary + 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0100612209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Step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762575497440"/>
            <a:ext cx="1088136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7625755523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A"/>
                </a:solidFill>
                <a:latin typeface="Calibri"/>
              </a:rPr>
              <a:t>📋  RepurposingReport  —  Ranked candidates · Evidence chains · Markdown export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Open Biomedical Knowledge 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749039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🧪  ChEMBL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Drug targets, mechanisms of action, UniProt links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2M+ bioactive compounds · 15K protein targets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3749039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3749039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🔗  Hetionet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Heterogeneous biomedical knowledge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0604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47K nodes · 2.2M edges · 29 integrated databases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508760"/>
            <a:ext cx="3749039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50876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📄  PubMed / NCBI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5740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Scientific literature via E-utilities API +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35M+ abstracts · XML parsing · Cancer-optimized MeSH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3749039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03320"/>
            <a:ext cx="3749039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🏥  ClinicalTrials.gov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Trial phase, status, termination rates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480K+ trials · v2 API · Phase 1–4 evidence signals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703320"/>
            <a:ext cx="3749039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703320"/>
            <a:ext cx="3749039" cy="45720"/>
          </a:xfrm>
          <a:prstGeom prst="rect">
            <a:avLst/>
          </a:prstGeom>
          <a:solidFill>
            <a:srgbClr val="EC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8404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E99"/>
                </a:solidFill>
                <a:latin typeface="Calibri"/>
              </a:rPr>
              <a:t>💊  OpenFDA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2519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Drug labels, adverse events (FAERS), safety warnings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80060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1M+ adverse event reports · Real-time safety flag extraction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703320"/>
            <a:ext cx="3749039" cy="20116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3703320"/>
            <a:ext cx="3749039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🔬  UniProt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519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Protein function, disease associations, GO terms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0060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570K+ reviewed proteins · Disease ontology mapping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Transparent Multi-Factor Composite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881360" cy="9144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1691640"/>
            <a:ext cx="7315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1691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🧬  Mechanistic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KG path quality + gene Jaccard overlap + target richness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Best path score · # paths · log-scaled target 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10881360" cy="9144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64008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0" y="2743200"/>
            <a:ext cx="7315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27432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📚  Literature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175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RAG cosine similarity + PubMed hit count + recency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1868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Top-5 passage avg · log(pubmed_count/100) · +0.15 for 2023+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11879"/>
            <a:ext cx="10881360" cy="9144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11879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07040" y="3794759"/>
            <a:ext cx="7315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379475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03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🏥  Clinical Feasibility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79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Trial signal strength × safety flag multiplier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70247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strong_evidence→0.9 · clean→×1.0 · contraindicated→×0.0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663440"/>
            <a:ext cx="64008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07040" y="4846320"/>
            <a:ext cx="731520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48463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🔐  Data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12064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Data completeness across 6 binary checkpoints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21808"/>
            <a:ext cx="9326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ChEMBL · UniProt · KG paths · FDA label · ≥5 papers · ≥3 chunks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760720"/>
            <a:ext cx="10881360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Composite = 0.35 × Mechanistic  +  0.30 × Literature  +  0.20 × Clinical  +  0.15 × Confidence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DEMO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Case Study: Metformin → Colorectal Cancer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200400" cy="49377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200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📊  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0B981"/>
                </a:solidFill>
                <a:latin typeface="Calibri"/>
              </a:rPr>
              <a:t>0.74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🟡  MODERATE  (threshold: 0.55)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Mechanistic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401568"/>
            <a:ext cx="1188720" cy="18288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3401568"/>
            <a:ext cx="737006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337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0.62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21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Literature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785616"/>
            <a:ext cx="1188720" cy="18288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785616"/>
            <a:ext cx="962863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7216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0.81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05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Clinical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169664"/>
            <a:ext cx="1188720" cy="18288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4169664"/>
            <a:ext cx="772668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1056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0.65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89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Confidence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553712"/>
            <a:ext cx="1188720" cy="18288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4553712"/>
            <a:ext cx="986637" cy="182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48970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0.83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417320"/>
            <a:ext cx="7406640" cy="49377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1417320"/>
            <a:ext cx="74066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15087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🔬  Key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1965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🧬 KG Smoking Guns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22860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Metformin [inhibits] → MTOR → [promotes] → CRC
Metformin [activates] → AMPK → [suppresses] → CRC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0175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📚 Literature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3375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12 PubMed papers (2015–2024) on Metformin + CRC.
RAG retrieved passages on mTOR pathway, apoptosis induction,
and 3 observational cohort studies.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4069079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🏥 Clinical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4389119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8 clinical trials (3 active, 4 completed, 1 terminated).
Signal: 'emerging_evidence'. Safety flag: CLEAN.
FDA label: Type 2 diabetes — no oncology contraindications.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51206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📊 Data Confidence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5440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All 6 data sources returned results: ChEMBL ✓ UniProt ✓
KG paths ✓  FDA label ✓  ≥5 PubMed papers ✓  ≥3 RAG chunks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Known Constraints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394960" cy="12344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⚗️  Partial Knowledge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Bundled sample_kg.json covers 8 drugs × 10 cancers — not the full
Hetionet (47K nodes, 2.2M edges). Real candidates may be missed.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394960" cy="12344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54864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⚖️  Heuristic Scoring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35/30/20/15 weights were set empirically, not calibrated against a
gold-standard benchmark of confirmed repurposing successes.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5394960" cy="12344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54864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↕️  No Causal Directionality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832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The mechanistic score doesn't distinguish: 'drug inhibits oncogene'
from 'drug inhibits tumor suppressor'. Domain expert review is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26080"/>
            <a:ext cx="5394960" cy="12344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54864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🤖  LLM Hallucination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Rationale text from Llama 3.3 70B can contain plausible-sounding but
factually incorrect mechanistic claims. All outputs must be verified.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43400"/>
            <a:ext cx="5394960" cy="12344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54864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🧪  No Wet-Lab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006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All outputs are computational hypotheses. In vitro binding assays,
in vivo models, and clinical trials are required before any 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343400"/>
            <a:ext cx="5394960" cy="12344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343400"/>
            <a:ext cx="54864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434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⚡  Single-Threaded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8006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Agents run sequentially. Analysis scales linearly with candidate count.
No response caching — every run re-queries all external APIs.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Roadmap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749039" cy="484632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⚡  Near-Term (1–3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Full Hetionet (47K nodes)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Parallel agent execution → 3× speedup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Redis / SQLite API response 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Score calibration against known repurposing successes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749039" cy="484632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749039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🔬  Medium-Term (3–6 months)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GNN-based mechanistic scoring (TxGNN-inspired)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089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FAERS adverse event signal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690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TCGA patient subgroup stratification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029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Uncertainty quantification on scores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3749039" cy="484632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🚀  Long-Term (6–12 months)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48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Multi-disease expansion (neuro, metabolic, rare)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089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Automated weekly PubMed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0690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Integration with generative chemistry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029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▶  Enterprise FastAPI + Kubernetes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5486400" cy="5486400"/>
          </a:xfrm>
          <a:prstGeom prst="ellipse">
            <a:avLst/>
          </a:prstGeom>
          <a:solidFill>
            <a:srgbClr val="0F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"/>
            <a:ext cx="3657600" cy="3657600"/>
          </a:xfrm>
          <a:prstGeom prst="ellipse">
            <a:avLst/>
          </a:prstGeom>
          <a:solidFill>
            <a:srgbClr val="10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645920"/>
            <a:ext cx="1828800" cy="1828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4572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Drug repurposing is the fastest path to new cancer treatments.
AI is the key to unlocking it at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Specialized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319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&lt;5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vs 3–6 months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319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Open data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9319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Proprietary data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11612880" cy="228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11612880" cy="228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🔬  Drug Repurposing Agentic AI v1.0  ·  IQVIA Hackathon 2026
Stack: CrewAI · Groq · ChromaDB · NetworkX · Streamlit  ·  Data: ChEMBL · UniProt · Hetionet · PubMed · ClinicalTrials.gov · OpenFDA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